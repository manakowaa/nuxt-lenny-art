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1" d="100"/>
          <a:sy n="111" d="100"/>
        </p:scale>
        <p:origin x="336" y="114"/>
      </p:cViewPr>
      <p:guideLst>
        <p:guide pos="1071" orient="horz"/>
        <p:guide pos="574"/>
        <p:guide pos="3840"/>
        <p:guide pos="7106"/>
        <p:guide pos="3974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D4AA372-6A96-47DD-805E-C015AA8C3DB6}" type="slidenum">
              <a:rPr lang="ru-RU"/>
              <a:t/>
            </a:fld>
            <a:endParaRPr lang="ru-RU"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F0B5FAB6-39D5-4FDF-86A9-A6853609F40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6EF000E4-E15D-4C45-831D-DFCE7C230E36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D69A5F12-5C8B-4C1A-AB7D-DA8BC0D5FC9B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C772EA4A-DBEE-4461-9CC8-F4ACC24D76E6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8AA72D6-5E9E-40BA-9025-E59015FE2A25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8A06A4D2-C7D3-4AB7-A69C-5A45409B9F54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37D6418-062D-44DF-A032-4ED7A09F31BB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3D0EB58E-09F9-41FD-87E0-ADDB04F4D7C8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D4EDC22-D933-4D27-BE80-144C99A3E350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7C302F91-6E27-465C-AFBE-8DE38869F983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0F271771-34CE-482F-82AA-FF0937B29EDE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4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4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12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400" b="0" strike="noStrike" spc="-1">
                <a:latin typeface="Nekst"/>
              </a:defRPr>
            </a:lvl1pPr>
          </a:lstStyle>
          <a:p>
            <a:pPr algn="ctr">
              <a:lnSpc>
                <a:spcPct val="100000"/>
              </a:lnSpc>
              <a:buNone/>
              <a:defRPr/>
            </a:pPr>
            <a:r>
              <a:rPr lang="en-US" sz="1400" b="0" strike="noStrike" spc="-1">
                <a:latin typeface="Nekst"/>
              </a:rPr>
              <a:t>Footer</a:t>
            </a:r>
            <a:endParaRPr lang="ru-RU" sz="1400" b="0" strike="noStrike" spc="-1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396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ru-RU" sz="1400" b="0" strike="noStrike" spc="-1">
                <a:latin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  <p:grpSp>
        <p:nvGrpSpPr>
          <p:cNvPr id="8" name="object 11"/>
          <p:cNvGrpSpPr/>
          <p:nvPr userDrawn="1"/>
        </p:nvGrpSpPr>
        <p:grpSpPr bwMode="auto">
          <a:xfrm>
            <a:off x="11690604" y="6401668"/>
            <a:ext cx="281940" cy="280670"/>
            <a:chOff x="11690604" y="6435852"/>
            <a:chExt cx="281940" cy="280670"/>
          </a:xfrm>
        </p:grpSpPr>
        <p:sp>
          <p:nvSpPr>
            <p:cNvPr id="9" name="object 12"/>
            <p:cNvSpPr/>
            <p:nvPr/>
          </p:nvSpPr>
          <p:spPr bwMode="auto"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 fill="norm" stroke="1" extrusionOk="0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10" name="object 13"/>
            <p:cNvSpPr/>
            <p:nvPr/>
          </p:nvSpPr>
          <p:spPr bwMode="auto"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 fill="norm" stroke="1" extrusionOk="0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grpFill/>
            <a:ln w="25908">
              <a:solidFill>
                <a:srgbClr val="9CC63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b="1">
                <a:solidFill>
                  <a:schemeClr val="bg1"/>
                </a:solidFill>
              </a:endParaRPr>
            </a:p>
          </p:txBody>
        </p:sp>
      </p:grpSp>
      <p:sp>
        <p:nvSpPr>
          <p:cNvPr id="39" name="PlaceHolder 2"/>
          <p:cNvSpPr>
            <a:spLocks noGrp="1"/>
          </p:cNvSpPr>
          <p:nvPr>
            <p:ph type="sldNum" idx="2"/>
          </p:nvPr>
        </p:nvSpPr>
        <p:spPr bwMode="auto">
          <a:xfrm>
            <a:off x="11610000" y="6354000"/>
            <a:ext cx="4320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200" b="1" strike="noStrike" spc="-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88E02A3-5676-427E-A487-029D252D15CD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3" Type="http://schemas.openxmlformats.org/officeDocument/2006/relationships/image" Target="../media/image1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 bwMode="auto">
          <a:xfrm>
            <a:off x="1487487" y="3424199"/>
            <a:ext cx="9144359" cy="488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ru-RU" sz="3200" b="1" strike="noStrike" spc="-1">
                <a:solidFill>
                  <a:srgbClr val="FFFFFF"/>
                </a:solidFill>
                <a:latin typeface="Arial"/>
              </a:rPr>
              <a:t>Lenni Art</a:t>
            </a:r>
            <a:endParaRPr/>
          </a:p>
        </p:txBody>
      </p:sp>
      <p:sp>
        <p:nvSpPr>
          <p:cNvPr id="3" name="PlaceHolder 1"/>
          <p:cNvSpPr txBox="1"/>
          <p:nvPr/>
        </p:nvSpPr>
        <p:spPr bwMode="auto">
          <a:xfrm flipH="0" flipV="0">
            <a:off x="1487487" y="4694871"/>
            <a:ext cx="5052421" cy="30515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spc="-1">
                <a:solidFill>
                  <a:srgbClr val="FFFFFF"/>
                </a:solidFill>
                <a:latin typeface="Arial"/>
              </a:rPr>
              <a:t>Манакова Вероника Сергеевна</a:t>
            </a:r>
            <a:endParaRPr/>
          </a:p>
        </p:txBody>
      </p:sp>
      <p:sp>
        <p:nvSpPr>
          <p:cNvPr id="4" name="PlaceHolder 1"/>
          <p:cNvSpPr txBox="1"/>
          <p:nvPr/>
        </p:nvSpPr>
        <p:spPr bwMode="auto">
          <a:xfrm>
            <a:off x="1487488" y="5016169"/>
            <a:ext cx="4608512" cy="2154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i="1" spc="-1">
                <a:solidFill>
                  <a:srgbClr val="FFFFFF"/>
                </a:solidFill>
                <a:latin typeface="Arial"/>
              </a:rPr>
              <a:t>Frontend-</a:t>
            </a:r>
            <a:r>
              <a:rPr lang="ru-RU" sz="1400" i="1" spc="-1">
                <a:solidFill>
                  <a:srgbClr val="FFFFFF"/>
                </a:solidFill>
                <a:latin typeface="Arial"/>
              </a:rPr>
              <a:t>разработчик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CustomShape 1"/>
          <p:cNvSpPr/>
          <p:nvPr/>
        </p:nvSpPr>
        <p:spPr bwMode="auto">
          <a:xfrm flipH="0" flipV="0">
            <a:off x="200160" y="1479645"/>
            <a:ext cx="11627279" cy="823320"/>
          </a:xfrm>
          <a:prstGeom prst="rect">
            <a:avLst/>
          </a:prstGeom>
          <a:noFill/>
          <a:ln w="76199">
            <a:noFill/>
            <a:prstDash val="solid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b="0" i="0" u="none" strike="noStrike" cap="none">
                <a:solidFill/>
                <a:latin typeface="Arial"/>
                <a:ea typeface="Arial"/>
                <a:cs typeface="Arial"/>
              </a:rPr>
              <a:t>Веб-приложение, разработанное</a:t>
            </a:r>
            <a:r>
              <a:rPr lang="ru-RU" b="0" i="0" u="none" strike="noStrike" cap="none">
                <a:solidFill/>
                <a:latin typeface="Arial"/>
                <a:ea typeface="Arial"/>
                <a:cs typeface="Arial"/>
              </a:rPr>
              <a:t> на Nuxt 4,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 посвящённое художественной тематике. Проект включает несколько страниц, переиспользуемые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компоненты, формы, модальные окна и централизованное управление состоянием.</a:t>
            </a:r>
            <a:endParaRPr lang="ru-RU" sz="1800" b="0" i="0" u="none" strike="noStrike" cap="none" spc="0">
              <a:solidFill/>
              <a:latin typeface="Arial"/>
              <a:cs typeface="Arial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6552728" cy="5217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-1">
                <a:solidFill>
                  <a:srgbClr val="89C400"/>
                </a:solidFill>
                <a:ea typeface="Verdana"/>
              </a:rPr>
              <a:t>Структура проекта</a:t>
            </a:r>
            <a:endParaRPr lang="ru-RU" sz="2800" b="0" strike="noStrike" spc="-1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 lang="ru-RU"/>
              <a:t>2</a:t>
            </a:fld>
            <a:endParaRPr lang="ru-RU"/>
          </a:p>
        </p:txBody>
      </p:sp>
      <p:pic>
        <p:nvPicPr>
          <p:cNvPr id="33706026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0" y="2365374"/>
            <a:ext cx="6023043" cy="4466447"/>
          </a:xfrm>
          <a:prstGeom prst="rect">
            <a:avLst/>
          </a:prstGeom>
        </p:spPr>
      </p:pic>
      <p:pic>
        <p:nvPicPr>
          <p:cNvPr id="1307983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76899" y="2419349"/>
            <a:ext cx="6028349" cy="42960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Заголовок 1"/>
          <p:cNvSpPr/>
          <p:nvPr/>
        </p:nvSpPr>
        <p:spPr bwMode="auto">
          <a:xfrm>
            <a:off x="828000" y="510482"/>
            <a:ext cx="6561007" cy="51707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-1">
                <a:solidFill>
                  <a:srgbClr val="89C400"/>
                </a:solidFill>
                <a:ea typeface="Verdana"/>
              </a:rPr>
              <a:t>Архитектура приложения </a:t>
            </a:r>
            <a:endParaRPr lang="ru-RU" sz="2800" b="0" strike="noStrike" spc="-1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 lang="ru-RU"/>
              <a:t>3</a:t>
            </a:fld>
            <a:endParaRPr lang="ru-RU"/>
          </a:p>
        </p:txBody>
      </p:sp>
      <p:pic>
        <p:nvPicPr>
          <p:cNvPr id="157627497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752599" y="1484599"/>
            <a:ext cx="8060099" cy="5373399"/>
          </a:xfrm>
          <a:prstGeom prst="rect">
            <a:avLst/>
          </a:prstGeom>
        </p:spPr>
      </p:pic>
      <p:pic>
        <p:nvPicPr>
          <p:cNvPr id="945559926" name="Рисунок 26"/>
          <p:cNvPicPr/>
          <p:nvPr/>
        </p:nvPicPr>
        <p:blipFill>
          <a:blip r:embed="rId3"/>
          <a:stretch/>
        </p:blipFill>
        <p:spPr bwMode="auto">
          <a:xfrm>
            <a:off x="5560680" y="233701"/>
            <a:ext cx="1070640" cy="1070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320258" name="Прямая соединительная линия 1"/>
          <p:cNvSpPr/>
          <p:nvPr/>
        </p:nvSpPr>
        <p:spPr bwMode="auto">
          <a:xfrm flipV="1">
            <a:off x="200160" y="1412775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3111443" name="Заголовок 1"/>
          <p:cNvSpPr/>
          <p:nvPr/>
        </p:nvSpPr>
        <p:spPr bwMode="auto">
          <a:xfrm>
            <a:off x="828000" y="514802"/>
            <a:ext cx="6569647" cy="51707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0">
                <a:solidFill>
                  <a:srgbClr val="89C400"/>
                </a:solidFill>
                <a:ea typeface="Verdana"/>
              </a:rPr>
              <a:t>Декомпозиция компонентов </a:t>
            </a:r>
            <a:endParaRPr lang="ru-RU" sz="2800" b="0" strike="noStrike" spc="0"/>
          </a:p>
        </p:txBody>
      </p:sp>
      <p:sp>
        <p:nvSpPr>
          <p:cNvPr id="372625805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0A80B806-6CC3-80C4-F34D-C5AEA23AFB33}" type="slidenum">
              <a:rPr lang="ru-RU"/>
              <a:t>4</a:t>
            </a:fld>
            <a:endParaRPr lang="ru-RU"/>
          </a:p>
        </p:txBody>
      </p:sp>
      <p:pic>
        <p:nvPicPr>
          <p:cNvPr id="173639909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28000" y="1527182"/>
            <a:ext cx="2802791" cy="4625967"/>
          </a:xfrm>
          <a:prstGeom prst="rect">
            <a:avLst/>
          </a:prstGeom>
        </p:spPr>
      </p:pic>
      <p:pic>
        <p:nvPicPr>
          <p:cNvPr id="21030226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38699" y="1527182"/>
            <a:ext cx="2196997" cy="4826383"/>
          </a:xfrm>
          <a:prstGeom prst="rect">
            <a:avLst/>
          </a:prstGeom>
        </p:spPr>
      </p:pic>
      <p:pic>
        <p:nvPicPr>
          <p:cNvPr id="2950686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215312" y="1527182"/>
            <a:ext cx="2988037" cy="4666048"/>
          </a:xfrm>
          <a:prstGeom prst="rect">
            <a:avLst/>
          </a:prstGeom>
        </p:spPr>
      </p:pic>
      <p:pic>
        <p:nvPicPr>
          <p:cNvPr id="926088832" name="Рисунок 28"/>
          <p:cNvPicPr/>
          <p:nvPr/>
        </p:nvPicPr>
        <p:blipFill>
          <a:blip r:embed="rId5"/>
          <a:stretch/>
        </p:blipFill>
        <p:spPr bwMode="auto">
          <a:xfrm>
            <a:off x="5937197" y="243421"/>
            <a:ext cx="1059840" cy="1059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924327" name="Прямая соединительная линия 1"/>
          <p:cNvSpPr/>
          <p:nvPr/>
        </p:nvSpPr>
        <p:spPr bwMode="auto">
          <a:xfrm flipV="1">
            <a:off x="200160" y="1412775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68853968" name="Заголовок 1"/>
          <p:cNvSpPr/>
          <p:nvPr/>
        </p:nvSpPr>
        <p:spPr bwMode="auto">
          <a:xfrm>
            <a:off x="828000" y="516242"/>
            <a:ext cx="6572527" cy="51707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0">
                <a:solidFill>
                  <a:srgbClr val="89C400"/>
                </a:solidFill>
                <a:ea typeface="Verdana"/>
              </a:rPr>
              <a:t>Иерархия компонентов </a:t>
            </a:r>
            <a:endParaRPr lang="ru-RU" sz="2800" b="0" strike="noStrike" spc="0"/>
          </a:p>
        </p:txBody>
      </p:sp>
      <p:sp>
        <p:nvSpPr>
          <p:cNvPr id="1684883222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F73FA6F7-24A7-B6F1-E4DE-23AAFF2157B3}" type="slidenum">
              <a:rPr lang="ru-RU"/>
              <a:t>5</a:t>
            </a:fld>
            <a:endParaRPr lang="ru-RU"/>
          </a:p>
        </p:txBody>
      </p:sp>
      <p:pic>
        <p:nvPicPr>
          <p:cNvPr id="77243006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316649" y="1422495"/>
            <a:ext cx="5829300" cy="5435503"/>
          </a:xfrm>
          <a:prstGeom prst="rect">
            <a:avLst/>
          </a:prstGeom>
        </p:spPr>
      </p:pic>
      <p:pic>
        <p:nvPicPr>
          <p:cNvPr id="676319401" name="Рисунок 24"/>
          <p:cNvPicPr/>
          <p:nvPr/>
        </p:nvPicPr>
        <p:blipFill>
          <a:blip r:embed="rId3"/>
          <a:stretch/>
        </p:blipFill>
        <p:spPr bwMode="auto">
          <a:xfrm>
            <a:off x="5028659" y="228842"/>
            <a:ext cx="1072080" cy="1072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Заголовок 1"/>
          <p:cNvSpPr/>
          <p:nvPr/>
        </p:nvSpPr>
        <p:spPr bwMode="auto">
          <a:xfrm>
            <a:off x="828000" y="293342"/>
            <a:ext cx="6553447" cy="9437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-1">
                <a:solidFill>
                  <a:srgbClr val="89C400"/>
                </a:solidFill>
                <a:ea typeface="Verdana"/>
              </a:rPr>
              <a:t>Проверка на </a:t>
            </a:r>
            <a:r>
              <a:rPr lang="ru-RU" sz="2800" b="1" spc="-1">
                <a:solidFill>
                  <a:srgbClr val="89C400"/>
                </a:solidFill>
                <a:ea typeface="Verdana"/>
              </a:rPr>
              <a:t>валидность </a:t>
            </a:r>
            <a:r>
              <a:rPr lang="ru-RU" sz="2800" b="1" i="0" u="none" strike="noStrike" cap="none" spc="0">
                <a:solidFill>
                  <a:srgbClr val="89C400"/>
                </a:solidFill>
                <a:latin typeface="Arial"/>
                <a:ea typeface="Arial"/>
                <a:cs typeface="Arial"/>
              </a:rPr>
              <a:t>http://localhost:3000/</a:t>
            </a:r>
            <a:endParaRPr lang="ru-RU" sz="2800" b="0" strike="noStrike" spc="-1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 lang="ru-RU"/>
              <a:t>6</a:t>
            </a:fld>
            <a:endParaRPr lang="ru-RU"/>
          </a:p>
        </p:txBody>
      </p:sp>
      <p:pic>
        <p:nvPicPr>
          <p:cNvPr id="157655221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2531" y="1547145"/>
            <a:ext cx="11996415" cy="4806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85122" name="Прямая соединительная линия 1"/>
          <p:cNvSpPr/>
          <p:nvPr/>
        </p:nvSpPr>
        <p:spPr bwMode="auto">
          <a:xfrm flipV="1">
            <a:off x="200160" y="1412775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728145" name="Заголовок 1"/>
          <p:cNvSpPr/>
          <p:nvPr/>
        </p:nvSpPr>
        <p:spPr bwMode="auto">
          <a:xfrm>
            <a:off x="828000" y="293522"/>
            <a:ext cx="6553807" cy="9437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0">
                <a:solidFill>
                  <a:srgbClr val="89C400"/>
                </a:solidFill>
                <a:ea typeface="Verdana"/>
              </a:rPr>
              <a:t>Проверка на </a:t>
            </a:r>
            <a:r>
              <a:rPr lang="ru-RU" sz="2800" b="1" spc="0">
                <a:solidFill>
                  <a:srgbClr val="89C400"/>
                </a:solidFill>
                <a:ea typeface="Verdana"/>
              </a:rPr>
              <a:t>валидность </a:t>
            </a:r>
            <a:r>
              <a:rPr lang="ru-RU" sz="2800" b="1" i="0" u="none" strike="noStrike" cap="none" spc="0">
                <a:solidFill>
                  <a:srgbClr val="89C400"/>
                </a:solidFill>
                <a:latin typeface="Arial"/>
                <a:ea typeface="Arial"/>
                <a:cs typeface="Arial"/>
              </a:rPr>
              <a:t>http://localhost:3000/events</a:t>
            </a:r>
            <a:endParaRPr lang="ru-RU" sz="2800" b="0" strike="noStrike" spc="0"/>
          </a:p>
        </p:txBody>
      </p:sp>
      <p:sp>
        <p:nvSpPr>
          <p:cNvPr id="1121081769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D6363D59-28FA-7686-8865-A72CD694A6E4}" type="slidenum">
              <a:rPr lang="ru-RU"/>
              <a:t>7</a:t>
            </a:fld>
            <a:endParaRPr lang="ru-RU"/>
          </a:p>
        </p:txBody>
      </p:sp>
      <p:pic>
        <p:nvPicPr>
          <p:cNvPr id="32665672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36243" y="1700212"/>
            <a:ext cx="11928992" cy="4152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732146" name="Прямая соединительная линия 1"/>
          <p:cNvSpPr/>
          <p:nvPr/>
        </p:nvSpPr>
        <p:spPr bwMode="auto">
          <a:xfrm flipV="1">
            <a:off x="200160" y="1412775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8204491" name="Заголовок 1"/>
          <p:cNvSpPr/>
          <p:nvPr/>
        </p:nvSpPr>
        <p:spPr bwMode="auto">
          <a:xfrm>
            <a:off x="828000" y="293702"/>
            <a:ext cx="6554167" cy="94379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0">
                <a:solidFill>
                  <a:srgbClr val="89C400"/>
                </a:solidFill>
                <a:ea typeface="Verdana"/>
              </a:rPr>
              <a:t>Проверка на </a:t>
            </a:r>
            <a:r>
              <a:rPr lang="ru-RU" sz="2800" b="1" spc="0">
                <a:solidFill>
                  <a:srgbClr val="89C400"/>
                </a:solidFill>
                <a:ea typeface="Verdana"/>
              </a:rPr>
              <a:t>валидность </a:t>
            </a:r>
            <a:r>
              <a:rPr lang="ru-RU" sz="2800" b="1" i="0" u="none" strike="noStrike" cap="none" spc="0">
                <a:solidFill>
                  <a:srgbClr val="89C400"/>
                </a:solidFill>
                <a:latin typeface="Arial"/>
                <a:ea typeface="Arial"/>
                <a:cs typeface="Arial"/>
              </a:rPr>
              <a:t>http://localhost:3000/events/malevich</a:t>
            </a:r>
            <a:endParaRPr lang="ru-RU" sz="2800" b="0" strike="noStrike" spc="0"/>
          </a:p>
        </p:txBody>
      </p:sp>
      <p:sp>
        <p:nvSpPr>
          <p:cNvPr id="2074778931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BB8F9ED2-6C62-3886-A947-BFC68023ABC1}" type="slidenum">
              <a:rPr lang="ru-RU"/>
              <a:t>8</a:t>
            </a:fld>
            <a:endParaRPr lang="ru-RU"/>
          </a:p>
        </p:txBody>
      </p:sp>
      <p:pic>
        <p:nvPicPr>
          <p:cNvPr id="50951369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17213" y="2019299"/>
            <a:ext cx="11924786" cy="4139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 lang="ru-RU"/>
              <a:t>9</a:t>
            </a:fld>
            <a:endParaRPr lang="ru-RU"/>
          </a:p>
        </p:txBody>
      </p:sp>
      <p:sp>
        <p:nvSpPr>
          <p:cNvPr id="6" name="Заголовок 1"/>
          <p:cNvSpPr/>
          <p:nvPr/>
        </p:nvSpPr>
        <p:spPr bwMode="auto">
          <a:xfrm>
            <a:off x="828000" y="504000"/>
            <a:ext cx="6552728" cy="5217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-1">
                <a:solidFill>
                  <a:srgbClr val="89C400"/>
                </a:solidFill>
                <a:ea typeface="Verdana"/>
              </a:rPr>
              <a:t>Точность вёрстки</a:t>
            </a:r>
            <a:endParaRPr lang="ru-RU" sz="2800" b="0" strike="noStrike" spc="-1"/>
          </a:p>
        </p:txBody>
      </p:sp>
      <p:pic>
        <p:nvPicPr>
          <p:cNvPr id="47576092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0" flipH="0" flipV="0">
            <a:off x="1664884" y="1496341"/>
            <a:ext cx="2617731" cy="5164328"/>
          </a:xfrm>
          <a:prstGeom prst="rect">
            <a:avLst/>
          </a:prstGeom>
        </p:spPr>
      </p:pic>
      <p:pic>
        <p:nvPicPr>
          <p:cNvPr id="4372428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1" flipV="0">
            <a:off x="5475395" y="1417636"/>
            <a:ext cx="5268804" cy="5243033"/>
          </a:xfrm>
          <a:prstGeom prst="rect">
            <a:avLst/>
          </a:prstGeom>
        </p:spPr>
      </p:pic>
      <p:pic>
        <p:nvPicPr>
          <p:cNvPr id="421046815" name="Рисунок 25"/>
          <p:cNvPicPr/>
          <p:nvPr/>
        </p:nvPicPr>
        <p:blipFill>
          <a:blip r:embed="rId4"/>
          <a:stretch/>
        </p:blipFill>
        <p:spPr bwMode="auto">
          <a:xfrm>
            <a:off x="4104364" y="229562"/>
            <a:ext cx="1070640" cy="1070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047994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369342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3C62F797-B554-24C0-6C3C-827B8C389684}" type="slidenum">
              <a:rPr lang="ru-RU"/>
              <a:t>10</a:t>
            </a:fld>
            <a:endParaRPr lang="ru-RU"/>
          </a:p>
        </p:txBody>
      </p:sp>
      <p:sp>
        <p:nvSpPr>
          <p:cNvPr id="1244593113" name="Заголовок 1"/>
          <p:cNvSpPr/>
          <p:nvPr/>
        </p:nvSpPr>
        <p:spPr bwMode="auto">
          <a:xfrm>
            <a:off x="828000" y="504000"/>
            <a:ext cx="6552728" cy="5217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-1">
                <a:solidFill>
                  <a:srgbClr val="89C400"/>
                </a:solidFill>
                <a:ea typeface="Verdana"/>
              </a:rPr>
              <a:t>Точность вёрстки</a:t>
            </a:r>
            <a:endParaRPr lang="ru-RU" sz="2800" b="0" strike="noStrike" spc="-1"/>
          </a:p>
        </p:txBody>
      </p:sp>
      <p:pic>
        <p:nvPicPr>
          <p:cNvPr id="74446475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2366" y="1519493"/>
            <a:ext cx="6907905" cy="5195946"/>
          </a:xfrm>
          <a:prstGeom prst="rect">
            <a:avLst/>
          </a:prstGeom>
        </p:spPr>
      </p:pic>
      <p:pic>
        <p:nvPicPr>
          <p:cNvPr id="9564080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255920" y="2496717"/>
            <a:ext cx="4745400" cy="3241496"/>
          </a:xfrm>
          <a:prstGeom prst="rect">
            <a:avLst/>
          </a:prstGeom>
        </p:spPr>
      </p:pic>
      <p:pic>
        <p:nvPicPr>
          <p:cNvPr id="1301438512" name="Рисунок 25"/>
          <p:cNvPicPr/>
          <p:nvPr/>
        </p:nvPicPr>
        <p:blipFill>
          <a:blip r:embed="rId4"/>
          <a:stretch/>
        </p:blipFill>
        <p:spPr bwMode="auto">
          <a:xfrm>
            <a:off x="4104364" y="229562"/>
            <a:ext cx="1070640" cy="1070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163377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36559500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54D0ED56-996B-0F07-C961-1C9AD8893B3D}" type="slidenum">
              <a:rPr lang="ru-RU"/>
              <a:t>11</a:t>
            </a:fld>
            <a:endParaRPr lang="ru-RU"/>
          </a:p>
        </p:txBody>
      </p:sp>
      <p:sp>
        <p:nvSpPr>
          <p:cNvPr id="1116012918" name="Заголовок 1"/>
          <p:cNvSpPr/>
          <p:nvPr/>
        </p:nvSpPr>
        <p:spPr bwMode="auto">
          <a:xfrm>
            <a:off x="828000" y="504000"/>
            <a:ext cx="6552728" cy="5217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-1">
                <a:solidFill>
                  <a:srgbClr val="89C400"/>
                </a:solidFill>
                <a:ea typeface="Verdana"/>
              </a:rPr>
              <a:t>Точность вёрстки</a:t>
            </a:r>
            <a:endParaRPr lang="ru-RU" sz="2800" b="0" strike="noStrike" spc="-1"/>
          </a:p>
        </p:txBody>
      </p:sp>
      <p:pic>
        <p:nvPicPr>
          <p:cNvPr id="98406741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312535" y="1470406"/>
            <a:ext cx="7566929" cy="5168832"/>
          </a:xfrm>
          <a:prstGeom prst="rect">
            <a:avLst/>
          </a:prstGeom>
        </p:spPr>
      </p:pic>
      <p:pic>
        <p:nvPicPr>
          <p:cNvPr id="1231480495" name="Рисунок 25"/>
          <p:cNvPicPr/>
          <p:nvPr/>
        </p:nvPicPr>
        <p:blipFill>
          <a:blip r:embed="rId3"/>
          <a:stretch/>
        </p:blipFill>
        <p:spPr bwMode="auto">
          <a:xfrm>
            <a:off x="4104364" y="229562"/>
            <a:ext cx="1070640" cy="1070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6624736" cy="5217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>
              <a:buNone/>
              <a:defRPr/>
            </a:pPr>
            <a:r>
              <a:rPr lang="ru-RU" sz="2800" b="1" spc="-1">
                <a:solidFill>
                  <a:srgbClr val="89C400"/>
                </a:solidFill>
                <a:ea typeface="Verdana"/>
              </a:rPr>
              <a:t>Результаты</a:t>
            </a:r>
            <a:endParaRPr lang="ru-RU" sz="2800" b="0" strike="noStrike" spc="-1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 lang="ru-RU"/>
              <a:t>12</a:t>
            </a:fld>
            <a:endParaRPr lang="ru-RU"/>
          </a:p>
        </p:txBody>
      </p:sp>
      <p:sp>
        <p:nvSpPr>
          <p:cNvPr id="1237413976" name=""/>
          <p:cNvSpPr/>
          <p:nvPr/>
        </p:nvSpPr>
        <p:spPr bwMode="auto">
          <a:xfrm flipH="0" flipV="0">
            <a:off x="911225" y="1411559"/>
            <a:ext cx="10596234" cy="5029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Разработала веб-приложение на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Nuxt 4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 с использованием компонентного подхода.</a:t>
            </a:r>
            <a:endParaRPr lang="ru-RU" sz="1800" b="0" i="0" u="none" strike="noStrike" cap="none" spc="0">
              <a:solidFill/>
              <a:latin typeface="Arial"/>
              <a:ea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ru-RU" sz="1800" b="0" i="0" u="none" strike="noStrike" cap="none" spc="0">
              <a:solidFill/>
              <a:latin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Реализовала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модульную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структуру проекта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, разделив приложение на страницы, компоненты, хранилище и плагины.</a:t>
            </a:r>
            <a:endParaRPr lang="ru-RU" sz="1800" b="0" i="0" u="none" strike="noStrike" cap="none" spc="0">
              <a:solidFill/>
              <a:latin typeface="Arial"/>
              <a:ea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ru-RU" sz="1800" b="0" i="0" u="none" strike="noStrike" cap="none" spc="0">
              <a:solidFill/>
              <a:latin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Создала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переиспользуемые компоненты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, что позволило избежать дублирования кода и упростить поддержку проекта.</a:t>
            </a:r>
            <a:endParaRPr lang="ru-RU" sz="1800" b="0" i="0" u="none" strike="noStrike" cap="none" spc="0">
              <a:solidFill/>
              <a:latin typeface="Arial"/>
              <a:ea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ru-RU" sz="1800" b="0" i="0" u="none" strike="noStrike" cap="none" spc="0">
              <a:solidFill/>
              <a:latin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Реализовала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формы с валидацией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 с использованием библиотеки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VeeValidate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.</a:t>
            </a:r>
            <a:endParaRPr lang="ru-RU" sz="1800" b="0" i="0" u="none" strike="noStrike" cap="none" spc="0">
              <a:solidFill/>
              <a:latin typeface="Arial"/>
              <a:ea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ru-RU" sz="1800" b="0" i="0" u="none" strike="noStrike" cap="none" spc="0">
              <a:solidFill/>
              <a:latin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Подключила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интерактивную карту OpenLayers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 и сторонние UI-библиотеки (Swiper, Air Datepicker, Vue Multiselect).</a:t>
            </a:r>
            <a:endParaRPr lang="ru-RU" sz="1800" b="0" i="0" u="none" strike="noStrike" cap="none" spc="0">
              <a:solidFill/>
              <a:latin typeface="Arial"/>
              <a:ea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ru-RU" sz="1800" b="0" i="0" u="none" strike="noStrike" cap="none" spc="0">
              <a:solidFill/>
              <a:latin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Организовала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централизованное хранение данных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 с помощью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Pinia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.</a:t>
            </a:r>
            <a:endParaRPr lang="ru-RU" sz="1800" b="0" i="0" u="none" strike="noStrike" cap="none" spc="0">
              <a:solidFill/>
              <a:latin typeface="Arial"/>
              <a:ea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endParaRPr lang="ru-RU" sz="1800" b="0" i="0" u="none" strike="noStrike" cap="none" spc="0">
              <a:solidFill/>
              <a:latin typeface="Arial"/>
              <a:cs typeface="Arial"/>
            </a:endParaRPr>
          </a:p>
          <a:p>
            <a:pPr marL="283879" marR="0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ü"/>
              <a:defRPr/>
            </a:pP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Реализовала 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адаптивную верстку</a:t>
            </a:r>
            <a:r>
              <a:rPr lang="ru-RU" sz="1800" b="0" i="0" u="none" strike="noStrike" cap="none" spc="0">
                <a:solidFill/>
                <a:latin typeface="Arial"/>
                <a:ea typeface="Arial"/>
                <a:cs typeface="Arial"/>
              </a:rPr>
              <a:t> для корректного отображения приложения на различных устройствах.</a:t>
            </a:r>
            <a:endParaRPr/>
          </a:p>
        </p:txBody>
      </p:sp>
      <p:pic>
        <p:nvPicPr>
          <p:cNvPr id="1409647288" name="Рисунок 20"/>
          <p:cNvPicPr/>
          <p:nvPr/>
        </p:nvPicPr>
        <p:blipFill>
          <a:blip r:embed="rId2"/>
          <a:stretch/>
        </p:blipFill>
        <p:spPr bwMode="auto">
          <a:xfrm>
            <a:off x="3075128" y="232262"/>
            <a:ext cx="1065240" cy="106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 idx="4294967295"/>
          </p:nvPr>
        </p:nvSpPr>
        <p:spPr bwMode="auto">
          <a:xfrm>
            <a:off x="1487488" y="3364668"/>
            <a:ext cx="9141120" cy="60386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r>
              <a:rPr lang="ru-RU" sz="4400" b="1" i="0" u="none" strike="noStrike" cap="none" spc="-1">
                <a:solidFill>
                  <a:srgbClr val="FFFFFF"/>
                </a:solidFill>
                <a:latin typeface="Arial"/>
                <a:ea typeface="Arial"/>
                <a:cs typeface="Arial"/>
              </a:rPr>
              <a:t>Lenni Art</a:t>
            </a:r>
            <a:endParaRPr/>
          </a:p>
        </p:txBody>
      </p:sp>
      <p:sp>
        <p:nvSpPr>
          <p:cNvPr id="3" name="PlaceHolder 1"/>
          <p:cNvSpPr txBox="1"/>
          <p:nvPr/>
        </p:nvSpPr>
        <p:spPr bwMode="auto">
          <a:xfrm>
            <a:off x="1487488" y="4686051"/>
            <a:ext cx="9141120" cy="3051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b="0" i="0" u="none" strike="noStrike" cap="none" spc="-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Манакова Вероника Сергеевна</a:t>
            </a:r>
            <a:endParaRPr/>
          </a:p>
        </p:txBody>
      </p:sp>
      <p:sp>
        <p:nvSpPr>
          <p:cNvPr id="4" name="PlaceHolder 1"/>
          <p:cNvSpPr txBox="1"/>
          <p:nvPr/>
        </p:nvSpPr>
        <p:spPr bwMode="auto">
          <a:xfrm>
            <a:off x="1487488" y="5018582"/>
            <a:ext cx="9140400" cy="215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400" i="1" spc="-1">
                <a:solidFill>
                  <a:srgbClr val="FFFFFF"/>
                </a:solidFill>
                <a:latin typeface="Arial"/>
              </a:rPr>
              <a:t>Frontend-</a:t>
            </a:r>
            <a:r>
              <a:rPr lang="ru-RU" sz="1400" i="1" spc="-1">
                <a:solidFill>
                  <a:srgbClr val="FFFFFF"/>
                </a:solidFill>
                <a:latin typeface="Arial"/>
              </a:rPr>
              <a:t>разработчик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Анастасия Г. Козлова</dc:creator>
  <cp:keywords/>
  <dc:description/>
  <dc:identifier/>
  <dc:language>ru-RU</dc:language>
  <cp:lastModifiedBy>Вероника М</cp:lastModifiedBy>
  <cp:revision>113</cp:revision>
  <dcterms:created xsi:type="dcterms:W3CDTF">2023-08-24T08:06:00Z</dcterms:created>
  <dcterms:modified xsi:type="dcterms:W3CDTF">2026-06-29T22:58:51Z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4</vt:i4>
  </property>
</Properties>
</file>